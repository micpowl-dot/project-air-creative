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60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760" y="3291840"/>
            <a:ext cx="2560320" cy="256032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 rot="16200000">
            <a:off x="-1097280" y="19385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0" dirty="0">
                <a:solidFill>
                  <a:srgbClr val="C89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REACH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75488" y="96012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AIR</a:t>
            </a:r>
            <a:endParaRPr lang="en-US" sz="6600" dirty="0"/>
          </a:p>
        </p:txBody>
      </p:sp>
      <p:sp>
        <p:nvSpPr>
          <p:cNvPr id="7" name="Text 2"/>
          <p:cNvSpPr/>
          <p:nvPr/>
        </p:nvSpPr>
        <p:spPr>
          <a:xfrm>
            <a:off x="475488" y="215798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800" dirty="0">
                <a:solidFill>
                  <a:srgbClr val="C89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DIRECTION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475488" y="26517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Reach  |  The Weather Company  |  AI Day, June 9, 2026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75488" y="3090672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shows the logo concept(s) for Project AIR: AI in Reach. The logo is the foundation - once approved, it unlocks every other deliverable: the poster system, badge and lanyard design, the PowerPoint template, and swag. Feedback here moves the whole project forward.</a:t>
            </a:r>
            <a:endParaRPr lang="en-US" sz="12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D1C3EB5-34C5-B622-BAB4-39DC084932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2712" y="3995928"/>
            <a:ext cx="2020432" cy="11370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8872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0"/>
            <a:ext cx="1463040" cy="14630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164592" y="219456"/>
            <a:ext cx="109728" cy="109728"/>
          </a:xfrm>
          <a:prstGeom prst="ellipse">
            <a:avLst/>
          </a:prstGeom>
          <a:solidFill>
            <a:srgbClr val="C8910A"/>
          </a:solidFill>
          <a:ln w="12700">
            <a:solidFill>
              <a:srgbClr val="C89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/>
          <p:cNvSpPr/>
          <p:nvPr/>
        </p:nvSpPr>
        <p:spPr>
          <a:xfrm>
            <a:off x="365760" y="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</a:t>
            </a:r>
            <a:endParaRPr lang="en-US" sz="1900" dirty="0"/>
          </a:p>
        </p:txBody>
      </p:sp>
      <p:sp>
        <p:nvSpPr>
          <p:cNvPr id="8" name="Shape 3"/>
          <p:cNvSpPr/>
          <p:nvPr/>
        </p:nvSpPr>
        <p:spPr>
          <a:xfrm>
            <a:off x="0" y="548640"/>
            <a:ext cx="4251960" cy="229743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1440" y="6400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BACKGROUND</a:t>
            </a:r>
            <a:endParaRPr lang="en-US" sz="700" dirty="0"/>
          </a:p>
        </p:txBody>
      </p:sp>
      <p:sp>
        <p:nvSpPr>
          <p:cNvPr id="10" name="Shape 5"/>
          <p:cNvSpPr/>
          <p:nvPr/>
        </p:nvSpPr>
        <p:spPr>
          <a:xfrm>
            <a:off x="914400" y="1231011"/>
            <a:ext cx="242316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914400" y="1231011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- Light Background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0" y="2846070"/>
            <a:ext cx="4251960" cy="22974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91440" y="293751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494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BACKGROUND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914400" y="3528441"/>
            <a:ext cx="2423160" cy="1078992"/>
          </a:xfrm>
          <a:prstGeom prst="rect">
            <a:avLst/>
          </a:prstGeom>
          <a:solidFill>
            <a:srgbClr val="111111"/>
          </a:solidFill>
          <a:ln w="9525">
            <a:solidFill>
              <a:srgbClr val="3A3A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914400" y="3528441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- Dark Background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251960" y="548640"/>
            <a:ext cx="0" cy="4594860"/>
          </a:xfrm>
          <a:prstGeom prst="line">
            <a:avLst/>
          </a:prstGeom>
          <a:noFill/>
          <a:ln w="9525">
            <a:solidFill>
              <a:srgbClr val="CEC9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599432" y="804672"/>
            <a:ext cx="4416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4599432" y="1243584"/>
            <a:ext cx="256032" cy="43891"/>
          </a:xfrm>
          <a:prstGeom prst="rect">
            <a:avLst/>
          </a:prstGeom>
          <a:solidFill>
            <a:srgbClr val="C8910A"/>
          </a:solidFill>
          <a:ln w="12700">
            <a:solidFill>
              <a:srgbClr val="C89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599432" y="1408176"/>
            <a:ext cx="441655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thinking behind this concept - what it represents, why the form and feeling fit the brief, how it connects to the SXSW-meets-Coachella energy of Project AIR.</a:t>
            </a:r>
            <a:endParaRPr lang="en-US" sz="120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15D2043-ED42-0AB7-1A99-87C081A16A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4657" b="55719"/>
          <a:stretch>
            <a:fillRect/>
          </a:stretch>
        </p:blipFill>
        <p:spPr>
          <a:xfrm>
            <a:off x="5760720" y="-19698"/>
            <a:ext cx="3410712" cy="568338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08F021CE-1693-8A7F-A0AF-994BD9B803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1118" y="4338828"/>
            <a:ext cx="1394865" cy="7849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B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61694D98-DFAE-4A79-E3A4-B8E863A7B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8872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0"/>
            <a:ext cx="1463040" cy="14630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1"/>
          <p:cNvSpPr/>
          <p:nvPr/>
        </p:nvSpPr>
        <p:spPr>
          <a:xfrm>
            <a:off x="164592" y="219456"/>
            <a:ext cx="109728" cy="109728"/>
          </a:xfrm>
          <a:prstGeom prst="ellipse">
            <a:avLst/>
          </a:prstGeom>
          <a:solidFill>
            <a:srgbClr val="C8910A"/>
          </a:solidFill>
          <a:ln w="12700">
            <a:solidFill>
              <a:srgbClr val="C89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/>
          <p:cNvSpPr/>
          <p:nvPr/>
        </p:nvSpPr>
        <p:spPr>
          <a:xfrm>
            <a:off x="365760" y="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B</a:t>
            </a:r>
            <a:endParaRPr lang="en-US" sz="1900" dirty="0"/>
          </a:p>
        </p:txBody>
      </p:sp>
      <p:sp>
        <p:nvSpPr>
          <p:cNvPr id="8" name="Shape 3"/>
          <p:cNvSpPr/>
          <p:nvPr/>
        </p:nvSpPr>
        <p:spPr>
          <a:xfrm>
            <a:off x="0" y="548640"/>
            <a:ext cx="4251960" cy="229743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1440" y="6400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BACKGROUND</a:t>
            </a:r>
            <a:endParaRPr lang="en-US" sz="700" dirty="0"/>
          </a:p>
        </p:txBody>
      </p:sp>
      <p:sp>
        <p:nvSpPr>
          <p:cNvPr id="10" name="Shape 5"/>
          <p:cNvSpPr/>
          <p:nvPr/>
        </p:nvSpPr>
        <p:spPr>
          <a:xfrm>
            <a:off x="914400" y="1231011"/>
            <a:ext cx="242316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914400" y="1231011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- Light Background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0" y="2846070"/>
            <a:ext cx="4251960" cy="22974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91440" y="293751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494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BACKGROUND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914400" y="3528441"/>
            <a:ext cx="2423160" cy="1078992"/>
          </a:xfrm>
          <a:prstGeom prst="rect">
            <a:avLst/>
          </a:prstGeom>
          <a:solidFill>
            <a:srgbClr val="111111"/>
          </a:solidFill>
          <a:ln w="9525">
            <a:solidFill>
              <a:srgbClr val="3A3A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914400" y="3528441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- Dark Background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251960" y="548640"/>
            <a:ext cx="0" cy="4594860"/>
          </a:xfrm>
          <a:prstGeom prst="line">
            <a:avLst/>
          </a:prstGeom>
          <a:noFill/>
          <a:ln w="9525">
            <a:solidFill>
              <a:srgbClr val="CEC9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599432" y="804672"/>
            <a:ext cx="4416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4599432" y="1243584"/>
            <a:ext cx="256032" cy="43891"/>
          </a:xfrm>
          <a:prstGeom prst="rect">
            <a:avLst/>
          </a:prstGeom>
          <a:solidFill>
            <a:srgbClr val="C8910A"/>
          </a:solidFill>
          <a:ln w="12700">
            <a:solidFill>
              <a:srgbClr val="C89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599432" y="1408176"/>
            <a:ext cx="441655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thinking behind this concept - what it represents, why the form and feeling fit the brief, how it connects to the SXSW-meets-Coachella energy of Project AIR.</a:t>
            </a:r>
            <a:endParaRPr lang="en-US" sz="1200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773CB11-1D73-6AD1-9F78-0B2B4E9ED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6186" b="25215"/>
          <a:stretch>
            <a:fillRect/>
          </a:stretch>
        </p:blipFill>
        <p:spPr>
          <a:xfrm>
            <a:off x="5760720" y="0"/>
            <a:ext cx="3410712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16200000">
            <a:off x="-1097280" y="19385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0" dirty="0">
                <a:solidFill>
                  <a:srgbClr val="C89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REACH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475488" y="34747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6" name="Shape 2"/>
          <p:cNvSpPr/>
          <p:nvPr/>
        </p:nvSpPr>
        <p:spPr>
          <a:xfrm>
            <a:off x="475488" y="1243584"/>
            <a:ext cx="256032" cy="43891"/>
          </a:xfrm>
          <a:prstGeom prst="rect">
            <a:avLst/>
          </a:prstGeom>
          <a:solidFill>
            <a:srgbClr val="C8910A"/>
          </a:solidFill>
          <a:ln w="12700">
            <a:solidFill>
              <a:srgbClr val="C89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75488" y="1572768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89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</a:t>
            </a: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concepts and share reactions - what's working, what isn't</a:t>
            </a:r>
            <a:endParaRPr lang="en-US" sz="125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89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</a:t>
            </a: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calls direction - one concept moves forward (target: May 7)</a:t>
            </a:r>
            <a:endParaRPr lang="en-US" sz="125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89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</a:t>
            </a: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refines selected concept to final logo (target: May 9)</a:t>
            </a:r>
            <a:endParaRPr lang="en-US" sz="125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89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</a:t>
            </a: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logo delivered in all formats: SVG, PNG (light + dark), EPS</a:t>
            </a:r>
            <a:endParaRPr lang="en-US" sz="125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89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</a:t>
            </a: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 follow same day - color, type, usage rules</a:t>
            </a:r>
            <a:endParaRPr lang="en-US" sz="125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89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</a:t>
            </a: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and Camille begin visual systems (posters, badges, swag, PPT template) off approved logo</a:t>
            </a:r>
            <a:endParaRPr lang="en-US" sz="125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2BEAFBE-57EC-A26E-481E-06DF24527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9323"/>
          <a:stretch>
            <a:fillRect/>
          </a:stretch>
        </p:blipFill>
        <p:spPr>
          <a:xfrm>
            <a:off x="8247888" y="0"/>
            <a:ext cx="896112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276</Words>
  <Application>Microsoft Macintosh PowerPoint</Application>
  <PresentationFormat>On-screen Show (16:9)</PresentationFormat>
  <Paragraphs>31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AIR - Logo Direction</dc:title>
  <dc:subject>PptxGenJS Presentation</dc:subject>
  <dc:creator>Michael Powell</dc:creator>
  <cp:lastModifiedBy>Michael Powell</cp:lastModifiedBy>
  <cp:revision>2</cp:revision>
  <dcterms:created xsi:type="dcterms:W3CDTF">2026-05-07T16:23:48Z</dcterms:created>
  <dcterms:modified xsi:type="dcterms:W3CDTF">2026-05-07T16:54:20Z</dcterms:modified>
</cp:coreProperties>
</file>