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0"/>
            <a:ext cx="2697480" cy="269748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147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02920" y="1005840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AIR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502920" y="2148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spc="500" kern="0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DIRECTION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502920" y="2743200"/>
            <a:ext cx="256032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02920" y="2907792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shows the logo concept(s) for Project AIR: AI in Reach. The logo is the foundation — once approved, it unlocks every other deliverable: the poster system, badge and lanyard design, the PowerPoint template, and swag. Feedback here moves the whole project forward.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0"/>
            <a:ext cx="2240280" cy="2240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2D"/>
          </a:solidFill>
          <a:ln w="12700">
            <a:solidFill>
              <a:srgbClr val="1B3A2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A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0" y="594360"/>
            <a:ext cx="4434840" cy="2274570"/>
          </a:xfrm>
          <a:prstGeom prst="rect">
            <a:avLst/>
          </a:prstGeom>
          <a:solidFill>
            <a:srgbClr val="FFFFFF"/>
          </a:solidFill>
          <a:ln w="6350">
            <a:solidFill>
              <a:srgbClr val="E8E3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" y="68580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3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BACKGROUND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960120" y="1228725"/>
            <a:ext cx="2514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8C8C8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960120" y="1228725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— Light Background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2868930"/>
            <a:ext cx="4434840" cy="227457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" y="296037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BACKGROUND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960120" y="3503295"/>
            <a:ext cx="2514600" cy="1188720"/>
          </a:xfrm>
          <a:prstGeom prst="rect">
            <a:avLst/>
          </a:prstGeom>
          <a:solidFill>
            <a:srgbClr val="1A1A1A"/>
          </a:solidFill>
          <a:ln w="9525">
            <a:solidFill>
              <a:srgbClr val="4A4A4A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960120" y="3503295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— Dark Background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34840" y="594360"/>
            <a:ext cx="0" cy="4549140"/>
          </a:xfrm>
          <a:prstGeom prst="line">
            <a:avLst/>
          </a:prstGeom>
          <a:noFill/>
          <a:ln w="9525">
            <a:solidFill>
              <a:srgbClr val="D0C8B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841248"/>
            <a:ext cx="4325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09160" y="1307592"/>
            <a:ext cx="128016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463040"/>
            <a:ext cx="43251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thinking behind this concept — what it represents, why the form and feeling fit the brief, how it connects to the SXSW-meets-Coachella energy of Project AIR.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0"/>
            <a:ext cx="2240280" cy="2240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2D"/>
          </a:solidFill>
          <a:ln w="12700">
            <a:solidFill>
              <a:srgbClr val="1B3A2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B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0" y="594360"/>
            <a:ext cx="4434840" cy="2274570"/>
          </a:xfrm>
          <a:prstGeom prst="rect">
            <a:avLst/>
          </a:prstGeom>
          <a:solidFill>
            <a:srgbClr val="FFFFFF"/>
          </a:solidFill>
          <a:ln w="6350">
            <a:solidFill>
              <a:srgbClr val="E8E3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" y="68580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3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BACKGROUND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960120" y="1228725"/>
            <a:ext cx="2514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8C8C8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960120" y="1228725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— Light Background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2868930"/>
            <a:ext cx="4434840" cy="227457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" y="296037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BACKGROUND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960120" y="3503295"/>
            <a:ext cx="2514600" cy="1188720"/>
          </a:xfrm>
          <a:prstGeom prst="rect">
            <a:avLst/>
          </a:prstGeom>
          <a:solidFill>
            <a:srgbClr val="1A1A1A"/>
          </a:solidFill>
          <a:ln w="9525">
            <a:solidFill>
              <a:srgbClr val="4A4A4A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960120" y="3503295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— Dark Background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34840" y="594360"/>
            <a:ext cx="0" cy="4549140"/>
          </a:xfrm>
          <a:prstGeom prst="line">
            <a:avLst/>
          </a:prstGeom>
          <a:noFill/>
          <a:ln w="9525">
            <a:solidFill>
              <a:srgbClr val="D0C8B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841248"/>
            <a:ext cx="4325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09160" y="1307592"/>
            <a:ext cx="128016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463040"/>
            <a:ext cx="43251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thinking behind this concept — what it represents, why the form and feeling fit the brief, how it connects to the SXSW-meets-Coachella energy of Project AIR.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857500"/>
            <a:ext cx="2240280" cy="228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34747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502920" y="1234440"/>
            <a:ext cx="201168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1417320"/>
            <a:ext cx="6400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concepts and share reactions — what's working, what isn't</a:t>
            </a:r>
            <a:endParaRPr lang="en-US" sz="12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calls direction — one concept moves forward  (target: May 7)</a:t>
            </a:r>
            <a:endParaRPr lang="en-US" sz="12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refines selected concept to final logo  (target: May 9)</a:t>
            </a:r>
            <a:endParaRPr lang="en-US" sz="12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logo delivered in all formats: SVG, PNG (light + dark), EPS</a:t>
            </a:r>
            <a:endParaRPr lang="en-US" sz="12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guidelines follow same day — color, type, usage rules</a:t>
            </a:r>
            <a:endParaRPr lang="en-US" sz="12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9D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5D5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and Camille begin visual systems (posters, badges, swag, PPT template) off approved logo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AIR — Logo Direction</dc:title>
  <dc:subject>PptxGenJS Presentation</dc:subject>
  <dc:creator>Michael Powell</dc:creator>
  <cp:lastModifiedBy>Michael Powell</cp:lastModifiedBy>
  <cp:revision>1</cp:revision>
  <dcterms:created xsi:type="dcterms:W3CDTF">2026-05-07T15:58:51Z</dcterms:created>
  <dcterms:modified xsi:type="dcterms:W3CDTF">2026-05-07T15:58:51Z</dcterms:modified>
</cp:coreProperties>
</file>