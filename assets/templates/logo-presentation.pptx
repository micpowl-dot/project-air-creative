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AIR — Logo Direction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100" kern="0" dirty="0">
                <a:solidFill>
                  <a:srgbClr val="9D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Reach  ·  The Weather Company  ·  AI Day, June 9, 2026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852928"/>
            <a:ext cx="2560320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35808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5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shows the logo concept(s) for Project AIR: AI in Reach. The logo is the foundation — once it is approved, it unlocks every other deliverable: the poster system, badge and lanyard design, the PowerPoint template, and swag. Feedback here moves the whole project forward.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4480560" cy="227457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6858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5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BACKGROUND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005840" y="1205865"/>
            <a:ext cx="24688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05840" y="1205865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— Light Background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2868930"/>
            <a:ext cx="4480560" cy="227457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296037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5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BACKGROUND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05840" y="3480435"/>
            <a:ext cx="2468880" cy="1234440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005840" y="3480435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— Dark Background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594360"/>
            <a:ext cx="0" cy="4549140"/>
          </a:xfrm>
          <a:prstGeom prst="line">
            <a:avLst/>
          </a:prstGeom>
          <a:noFill/>
          <a:ln w="9525">
            <a:solidFill>
              <a:srgbClr val="D0C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8686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73168" y="1344168"/>
            <a:ext cx="1280160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508760"/>
            <a:ext cx="4251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thinking behind this concept — what it represents, why the form and feeling fit the brief, how it connects to the SXSW-meets-Coachella energy of Project AIR.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B3A2D"/>
          </a:solidFill>
          <a:ln w="12700">
            <a:solidFill>
              <a:srgbClr val="1B3A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94360"/>
            <a:ext cx="4480560" cy="227457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" y="6858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5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BACKGROUND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005840" y="1205865"/>
            <a:ext cx="246888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005840" y="1205865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— Light Background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0" y="2868930"/>
            <a:ext cx="4480560" cy="227457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" y="296037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250" kern="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BACKGROUND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005840" y="3480435"/>
            <a:ext cx="2468880" cy="1234440"/>
          </a:xfrm>
          <a:prstGeom prst="rect">
            <a:avLst/>
          </a:prstGeom>
          <a:solidFill>
            <a:srgbClr val="1A1A1A"/>
          </a:solidFill>
          <a:ln w="9525">
            <a:solidFill>
              <a:srgbClr val="4A4A4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005840" y="3480435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— Dark Background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80560" y="594360"/>
            <a:ext cx="0" cy="4549140"/>
          </a:xfrm>
          <a:prstGeom prst="line">
            <a:avLst/>
          </a:prstGeom>
          <a:noFill/>
          <a:ln w="9525">
            <a:solidFill>
              <a:srgbClr val="D0C8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86868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3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73168" y="1344168"/>
            <a:ext cx="1280160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508760"/>
            <a:ext cx="4251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thinking behind this concept — what it represents, why the form and feeling fit the brief, how it connects to the SXSW-meets-Coachella energy of Project AIR.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F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5143500"/>
          </a:xfrm>
          <a:prstGeom prst="rect">
            <a:avLst/>
          </a:prstGeom>
          <a:solidFill>
            <a:srgbClr val="2D5A3D"/>
          </a:solidFill>
          <a:ln w="12700">
            <a:solidFill>
              <a:srgbClr val="2D5A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48640" y="1207008"/>
            <a:ext cx="1828800" cy="0"/>
          </a:xfrm>
          <a:prstGeom prst="line">
            <a:avLst/>
          </a:prstGeom>
          <a:noFill/>
          <a:ln w="1905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89888"/>
            <a:ext cx="8229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9D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</a:t>
            </a:r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5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concepts and share reactions — what's working, what isn't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9D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</a:t>
            </a:r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5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calls direction — one concept moves forward  (target: May 7)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9D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</a:t>
            </a:r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5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refines selected concept to final logo  (target: May 9)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9D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</a:t>
            </a:r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5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logo delivered in all formats: SVG, PNG (light + dark), EPS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9D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 </a:t>
            </a:r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5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guidelines follow same day — color, type, usage rules</a:t>
            </a:r>
            <a:endParaRPr lang="en-US" sz="125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9DC0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 </a:t>
            </a:r>
            <a:pPr algn="l"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C5D5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and Camille begin visual systems (posters, badges, swag, PPT template) off approved logo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AIR — Logo Direction</dc:title>
  <dc:subject>PptxGenJS Presentation</dc:subject>
  <dc:creator>Michael Powell</dc:creator>
  <cp:lastModifiedBy>Michael Powell</cp:lastModifiedBy>
  <cp:revision>1</cp:revision>
  <dcterms:created xsi:type="dcterms:W3CDTF">2026-05-07T15:15:43Z</dcterms:created>
  <dcterms:modified xsi:type="dcterms:W3CDTF">2026-05-07T15:15:43Z</dcterms:modified>
</cp:coreProperties>
</file>