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64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2651760" cy="2651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9171" y="1103811"/>
            <a:ext cx="2272937" cy="2272937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88583" y="1293223"/>
            <a:ext cx="1894114" cy="189411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77994" y="1482634"/>
            <a:ext cx="1515291" cy="1515291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267406" y="1672046"/>
            <a:ext cx="1136469" cy="1136469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56817" y="1861457"/>
            <a:ext cx="757646" cy="757646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646229" y="2050869"/>
            <a:ext cx="378823" cy="37882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HOW WE RAN PROJECT AIR WITH AI FROM DAY 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2344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CODE AS</a:t>
            </a:r>
            <a:endParaRPr lang="en-US" sz="52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</a:t>
            </a:r>
            <a:r>
              <a:rPr lang="en-US" sz="52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COMMAND CENTER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“Brand Brain” for the whole project, online from day one.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slides in this deck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329184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MCP integrations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6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76072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phases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0" y="45262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JUN 9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8229600" y="5440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2026</a:t>
            </a:r>
            <a:endParaRPr lang="en-US" sz="950" dirty="0"/>
          </a:p>
        </p:txBody>
      </p:sp>
      <p:pic>
        <p:nvPicPr>
          <p:cNvPr id="20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5897880"/>
            <a:ext cx="842455" cy="5669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OPERATING MODEL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“BRAND BRAIN” / AIOS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 </a:t>
            </a:r>
            <a:r>
              <a:rPr lang="en-US" sz="36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“Brand Brain”</a:t>
            </a:r>
            <a:r>
              <a:rPr lang="en-US" sz="36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at the center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164592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SETUP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035808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GitHub repo as the </a:t>
            </a:r>
            <a:r>
              <a:rPr lang="en-US" sz="1250" dirty="0">
                <a:solidFill>
                  <a:schemeClr val="accent2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single source of truth</a:t>
            </a: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: every doc, decision, and brief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loaded at session start: instant orientation, no ramp-up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on every creative turn: settled questions stay settled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INTEGRATIONS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Calendar: six meetings from one prompt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Google Drive: asset folders and headshots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Figma: read and write to the design library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Slack: every status update and reveal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404317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938016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Webhooks: repo events notify the team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2452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Context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2452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One place that holds what the project is, so any session starts informed.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8932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8932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9904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Connections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09904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Live tools wired in, so data is reachable without copy-paste.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86384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6384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7356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Capabilities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97356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 short phrase kicks off a multi-step job that ships real work.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738360" y="4940427"/>
            <a:ext cx="1764792" cy="868680"/>
          </a:xfrm>
          <a:prstGeom prst="rect">
            <a:avLst/>
          </a:prstGeom>
          <a:solidFill>
            <a:srgbClr val="F0E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738360" y="4940427"/>
            <a:ext cx="1764792" cy="64008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48088" y="5050155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Cadence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48088" y="5324475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Parts of it run on their own and keep delivering.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MISSION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Make AI feel like a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festival</a:t>
            </a: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, </a:t>
            </a:r>
          </a:p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not a tech conference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Event: AI Day, June 9, 2026, about 830 employees across 5 global locations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Vibe: SXSW meets Coachella. Warm, bold, festival energy, not a tech conference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Five deliverables: animated logo, 24 speaker posters, PPT template, hats and wristbands, tiered swag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79628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69112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Creative team: a six-person crew, creative direction, design, copy, and production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4257294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4152138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Hard deadline: June 9, 2026, set by the program brief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repo</a:t>
            </a: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was the project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Every document lived in GitHub: brief, phases, decisions, agendas, vendor specs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read any file by raw URL: context from live source, never stale copies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Branching: main is approved, draft is in progress, review is ready for feedback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captured every direction change, with the rationale preserved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at workspace and project level: full context in seconds at every start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1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CALENDAR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team meetings created in </a:t>
            </a:r>
            <a:r>
              <a:rPr lang="en-US" sz="38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prompt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Calendar MCP to Claude Code: calendar write access from the terminal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All six project meetings from a single prompt: Meet links, attendees, and descriptions included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Pre-work notes, repo links, and agenda context embedded in each invite automatically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Zero copy-pasting or manual entry: invites sent with one confirmation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983480"/>
            <a:ext cx="7253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50E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“The whole thing takes about 2 minutes once the repo is set up.”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114800" y="5440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docs/google-calendar-setup.md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2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GOOGLE DRIVE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Asset collection,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hands-free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Google Drive MCP with direct folder read and write from Claude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Headshot submissions for 21 ambassadors and executives, organized by poster slot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checked folder contents and flagged missing submissions without leaving the terminal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assets, swag reference files, and brand exports all routed through Drive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69680" y="3246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21</a:t>
            </a:r>
            <a:endParaRPr lang="en-US" sz="12000" dirty="0"/>
          </a:p>
        </p:txBody>
      </p:sp>
      <p:sp>
        <p:nvSpPr>
          <p:cNvPr id="16" name="Text 14"/>
          <p:cNvSpPr/>
          <p:nvPr/>
        </p:nvSpPr>
        <p:spPr>
          <a:xfrm>
            <a:off x="8887968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headshot submissions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87968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ambassadors + executives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3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FIGMA MCP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07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Design files, </a:t>
            </a:r>
            <a:r>
              <a:rPr lang="en-US" sz="38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readable by AI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Connected Figma MCP with Editor access: read and write, no viewer limits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874264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769108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inspected the component library and read color tokens and type styles directly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595116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3489960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Verified logo production files: SVG, PDF, PNG @2x, WEBP @0.5x, AI source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4315968"/>
            <a:ext cx="118872" cy="118872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4210812"/>
            <a:ext cx="4251960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Audited the library against brand guidelines and flagged inconsistencies in real time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796528" y="3063240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796528" y="3063240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15984" y="3081528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Color tokens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796528" y="3739896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796528" y="3739896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15984" y="375818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Type styles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796528" y="4416552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96528" y="4416552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15984" y="443484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Logo variants ×4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96528" y="5093208"/>
            <a:ext cx="2880360" cy="548640"/>
          </a:xfrm>
          <a:prstGeom prst="rect">
            <a:avLst/>
          </a:prstGeom>
          <a:solidFill>
            <a:srgbClr val="FB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796528" y="5093208"/>
            <a:ext cx="91440" cy="548640"/>
          </a:xfrm>
          <a:prstGeom prst="rect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015984" y="5111496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Component library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4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SLACK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08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Claude as the team’s </a:t>
            </a:r>
            <a:r>
              <a:rPr lang="en-US" sz="38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writer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 drafted all Slack communications: status updates, check-ins, headshot guide rails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reveal announcements formatted for internal channels, ready to send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“Ready to test” summaries after every change: what changed, how to verify, what to expect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“Created with AI” dashboard updates posted to the project channel after each milestone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Pattern: Claude drafts, Michael sends. The team always sees a human hand on the button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5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WEBHOOKS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09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Automated status on </a:t>
            </a:r>
            <a:r>
              <a:rPr lang="en-US" sz="38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every push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Webhooks on the GitHub repo triggered Slack notifications on key events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Phase completions, logo approval, and vendor deadline updates auto-surfaced to the team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Atlas print deadline conflict (May 22 vs. May 25) flagged automatically when dates changed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 manual check-in messages needed: the system surfaced the update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114800" y="4800600"/>
            <a:ext cx="72539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1F7D46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Conflict detection: the webhook fired when the Atlas deadline was edited. The team saw it before anyone had to say anything.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INTEGRATION 6 OF 6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DASHBOARD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10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Showing our work, </a:t>
            </a:r>
            <a:r>
              <a:rPr lang="en-US" sz="3800" b="1" dirty="0">
                <a:solidFill>
                  <a:srgbClr val="C81E1E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live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Brief commitment: “This conference is brought to you by AI. The creative should be too.”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The dashboard tracked every deliverable that used AI: the tool, its role, and the output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Tools logged: Claude Code, Adobe Firefly, ElevenLabs, Gemini, Figma AI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AI Photo Booth and AI Song documented as AI-first attendee experiences built for the event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F39A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Not just a tracker, a proof point: the dashboard is the story told on AI Day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AI-FIRST PROCESS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2BE0C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11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AI wasn’t a feature. It was the </a:t>
            </a:r>
            <a:r>
              <a:rPr lang="en-US" sz="3400" b="1" dirty="0">
                <a:solidFill>
                  <a:srgbClr val="1E50E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CREATIVE 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Logo ideation: references and concept directions explored with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Brand guidelines: written and updated live in the repo, readable any time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Vendor comparisons: Superside vs. in-house, Atlas vs. alternatives, analyzed by Claude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E50E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PRODUCTION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66760" y="2295144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Meeting summaries: May 18 session notes consolidated by Gemini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3020568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915412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Poster system: slot architecture designed with Claude code-gen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3640836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5356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Copy: 20 prompt-card ideas generated by AI pre-meeting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4051554"/>
            <a:ext cx="118872" cy="118872"/>
          </a:xfrm>
          <a:prstGeom prst="rect">
            <a:avLst/>
          </a:prstGeom>
          <a:solidFill>
            <a:srgbClr val="1E5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946398"/>
            <a:ext cx="329184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This presentation: generated in PptxGenJS by Claude Code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Six phases, </a:t>
            </a:r>
            <a:r>
              <a:rPr lang="en-US" sz="4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one AI thread</a:t>
            </a:r>
            <a:r>
              <a:rPr lang="en-US" sz="4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running through all of them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01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115568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Brand Foundation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15568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5 – 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43984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43984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02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736592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Templates &amp; Systems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736592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14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65008" y="2057400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57616" y="22037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357616" y="299008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Production Sprint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57616" y="3392424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15568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1115568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Animation &amp; Polish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15568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May 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43984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443984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36592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05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4736592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Print Handoff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736592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65008" y="4151376"/>
            <a:ext cx="3346704" cy="1783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65008" y="4151376"/>
            <a:ext cx="118872" cy="1783080"/>
          </a:xfrm>
          <a:prstGeom prst="rect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57616" y="4297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E4189A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06</a:t>
            </a:r>
            <a:endParaRPr lang="en-US" sz="4600" dirty="0"/>
          </a:p>
        </p:txBody>
      </p:sp>
      <p:sp>
        <p:nvSpPr>
          <p:cNvPr id="32" name="Text 30"/>
          <p:cNvSpPr/>
          <p:nvPr/>
        </p:nvSpPr>
        <p:spPr>
          <a:xfrm>
            <a:off x="8357616" y="5084064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Premium Swag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8357616" y="5486400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Jun 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6492240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F8C8E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KEY CONDITIONS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—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“BRAND BRAIN” LAYERS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C79BF2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13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5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conditions that made AI-first </a:t>
            </a:r>
            <a:r>
              <a:rPr lang="en-US" sz="3500" b="1" dirty="0">
                <a:solidFill>
                  <a:srgbClr val="3A1E63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possible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0" y="215341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204825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Context: everything in the repo, readable by Claude at any raw GitHub URL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114800" y="261442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250926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Connections: Calendar, Drive, and Figma wired in, so Claude reached tools, not just files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114800" y="307543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97027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Capabilities: a short prompt kicked off multi-step jobs that shipped real artifacts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114800" y="353644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3431286"/>
            <a:ext cx="716249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Cadence: webhooks and the dashboard kept delivering with no one watching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114800" y="3997452"/>
            <a:ext cx="118872" cy="118872"/>
          </a:xfrm>
          <a:prstGeom prst="rect">
            <a:avLst/>
          </a:prstGeom>
          <a:solidFill>
            <a:srgbClr val="3A1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3892296"/>
            <a:ext cx="7162495" cy="629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5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Trust and iteration: the team redirected and Claude revised. A collaborator, not a vending machine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100" dirty="0">
                <a:solidFill>
                  <a:srgbClr val="1A1614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RETROSPECTIVE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7AC75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14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4114800" y="603504"/>
            <a:ext cx="7436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Lessons from a </a:t>
            </a:r>
            <a:r>
              <a:rPr lang="en-US" sz="3400" b="1" dirty="0">
                <a:solidFill>
                  <a:srgbClr val="1F7D46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creative sprint</a:t>
            </a:r>
            <a:r>
              <a:rPr lang="en-US" sz="3400" b="1" dirty="0">
                <a:solidFill>
                  <a:srgbClr val="1A1614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 with AI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1783080"/>
            <a:ext cx="603504" cy="68580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0" y="2295144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CLAUDE.md session-start context at workspace and project level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302056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915412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Repo-as-source-of-truth with raw GitHub URLs for instant access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0" y="36408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3535680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MCP connections to Calendar and Drive set up before the project starts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426110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4155948"/>
            <a:ext cx="3429000" cy="528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Decision logs for every major turn: context that accumulates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09244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1F7D4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ADD NEXT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400300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2295144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Slack MCP connected from day one, not mid-project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92440" y="2811018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2705862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Webhook setup in the first week, not after phase 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3221736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116580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Dashboard structure defined before production begins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92440" y="3632454"/>
            <a:ext cx="118872" cy="118872"/>
          </a:xfrm>
          <a:prstGeom prst="rect">
            <a:avLst/>
          </a:prstGeom>
          <a:solidFill>
            <a:srgbClr val="1F7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3527298"/>
            <a:ext cx="3291840" cy="319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250" dirty="0">
                <a:solidFill>
                  <a:srgbClr val="1A1614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Figma MCP set up before the component library is built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14800" y="6492240"/>
            <a:ext cx="77111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kern="0" spc="100" dirty="0">
                <a:solidFill>
                  <a:srgbClr val="8A857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AI DAY   ·   JUNE 9, 2026   ·   BROOKHAVEN HQ + GLOBAL SITES   ·   THE WEATHER COMPANY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1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3108960" cy="3108960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91749" y="3513909"/>
            <a:ext cx="2664823" cy="2664823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13817" y="3735977"/>
            <a:ext cx="2220686" cy="2220686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535886" y="3958046"/>
            <a:ext cx="1776549" cy="1776549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757954" y="4180114"/>
            <a:ext cx="1332411" cy="1332411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80023" y="4402183"/>
            <a:ext cx="888274" cy="888274"/>
          </a:xfrm>
          <a:prstGeom prst="ellipse">
            <a:avLst/>
          </a:prstGeom>
          <a:solidFill>
            <a:srgbClr val="E418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02091" y="4624251"/>
            <a:ext cx="444137" cy="444137"/>
          </a:xfrm>
          <a:prstGeom prst="ellipse">
            <a:avLst/>
          </a:prstGeom>
          <a:solidFill>
            <a:srgbClr val="F3C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502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“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This conference is brought to you by AI. </a:t>
            </a:r>
            <a:endParaRPr lang="en-US" sz="5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F3C200"/>
                </a:solidFill>
                <a:latin typeface="Fira Sans Extra Condensed" pitchFamily="34" charset="0"/>
                <a:ea typeface="Fira Sans Extra Condensed" pitchFamily="34" charset="-122"/>
                <a:cs typeface="Fira Sans Extra Condensed" pitchFamily="34" charset="-120"/>
              </a:rPr>
              <a:t>The creative should be too.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Fira Sans Condensed" pitchFamily="34" charset="0"/>
                <a:ea typeface="Fira Sans Condensed" pitchFamily="34" charset="-122"/>
                <a:cs typeface="Fira Sans Condensed" pitchFamily="34" charset="-120"/>
              </a:rPr>
              <a:t>We didn’t just talk about AI adoption. We ran the project with it.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PROJECT AIR   ·   AI IN REACH   ·   THE WEATHER COMPANY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Workflow:  docs/claude-workflow.md</a:t>
            </a:r>
            <a:endParaRPr lang="en-US" sz="900" dirty="0"/>
          </a:p>
        </p:txBody>
      </p:sp>
      <p:pic>
        <p:nvPicPr>
          <p:cNvPr id="14" name="Image 0" descr="white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5852160"/>
            <a:ext cx="815279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ject AIR">
      <a:dk1>
        <a:srgbClr val="1A1614"/>
      </a:dk1>
      <a:lt1>
        <a:srgbClr val="FFFFFF"/>
      </a:lt1>
      <a:dk2>
        <a:srgbClr val="3A1E63"/>
      </a:dk2>
      <a:lt2>
        <a:srgbClr val="FBFAF6"/>
      </a:lt2>
      <a:accent1>
        <a:srgbClr val="E4189A"/>
      </a:accent1>
      <a:accent2>
        <a:srgbClr val="1E50EF"/>
      </a:accent2>
      <a:accent3>
        <a:srgbClr val="3A1E63"/>
      </a:accent3>
      <a:accent4>
        <a:srgbClr val="F39A12"/>
      </a:accent4>
      <a:accent5>
        <a:srgbClr val="1F7D46"/>
      </a:accent5>
      <a:accent6>
        <a:srgbClr val="F3C200"/>
      </a:accent6>
      <a:hlink>
        <a:srgbClr val="1E50EF"/>
      </a:hlink>
      <a:folHlink>
        <a:srgbClr val="C81E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1524</Words>
  <Application>Microsoft Macintosh PowerPoint</Application>
  <PresentationFormat>Widescreen</PresentationFormat>
  <Paragraphs>208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Fira Code</vt:lpstr>
      <vt:lpstr>Fira Sans Condensed</vt:lpstr>
      <vt:lpstr>Fira Sans Extra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Powell</cp:lastModifiedBy>
  <cp:revision>2</cp:revision>
  <dcterms:created xsi:type="dcterms:W3CDTF">2026-06-01T17:23:02Z</dcterms:created>
  <dcterms:modified xsi:type="dcterms:W3CDTF">2026-06-01T17:31:10Z</dcterms:modified>
</cp:coreProperties>
</file>