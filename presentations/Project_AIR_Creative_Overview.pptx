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8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94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C8910A">
              <a:alpha val="1490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C8910A">
              <a:alpha val="1490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C8910A">
              <a:alpha val="98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AIR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89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DIRECTION &amp; AI APPROACH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286000" cy="0"/>
          </a:xfrm>
          <a:prstGeom prst="line">
            <a:avLst/>
          </a:prstGeom>
          <a:noFill/>
          <a:ln w="38100">
            <a:solidFill>
              <a:srgbClr val="C89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spc="100" dirty="0">
                <a:solidFill>
                  <a:srgbClr val="C89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Look &amp; Feel</a:t>
            </a:r>
          </a:p>
          <a:p>
            <a:pPr marL="0" indent="0">
              <a:lnSpc>
                <a:spcPct val="135000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visual identity draws from music festival energy — bold color, saturated type, movement, texture. The brief calls for </a:t>
            </a:r>
            <a:r>
              <a:rPr lang="en-US" sz="1050" b="1" i="1" dirty="0">
                <a:solidFill>
                  <a:srgbClr val="C89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"SXSW meets Coachella"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830 employees walk into Brookhaven and know within ten seconds this isn't a normal corporate event. Warm palette, not cold. Large-scale expressive type, not safe. Unexpected crops and saturated color creating festival artist-card energy for the 17 Ambassador posters that headline AI Day. Every deliverable — posters, lanyards, swag, slides — lives inside one visual system that feels designed, irreverent, and human.</a:t>
            </a:r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spc="100" dirty="0">
                <a:solidFill>
                  <a:srgbClr val="C89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Integration</a:t>
            </a:r>
          </a:p>
          <a:p>
            <a:pPr marL="0" indent="0">
              <a:lnSpc>
                <a:spcPct val="135000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creative process mirrors the premise: </a:t>
            </a:r>
            <a:r>
              <a:rPr lang="en-US" sz="1050" b="1" i="1" dirty="0">
                <a:solidFill>
                  <a:srgbClr val="C89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conference is brought to you by AI.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deliverable begins with AI-assisted generation — Claude for concepts and copy, visual tools for imagery. The team locks the look and feel, then iterates rapidly: directional variants, palette tests, layouts at a speed that compresses weeks into days. Figma is the production environment with Claude connected via MCP to the brand guide. AI handles volume; human craft handles taste.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8910A">
              <a:alpha val="298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DAY  ·  JUNE 9, 2026  ·  BROOKHAVEN HQ + GLOBAL SITES  ·  THE WEATHER COMPANY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342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1535CC-3492-BA4C-A93D-608D9688059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6db5c19-ceeb-4bd7-8563-5232af98182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221</Words>
  <Application>Microsoft Macintosh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AIR — Creative Overview</dc:title>
  <dc:subject>PptxGenJS Presentation</dc:subject>
  <dc:creator>The Throughline Consulting</dc:creator>
  <cp:lastModifiedBy>Michael Powell</cp:lastModifiedBy>
  <cp:revision>2</cp:revision>
  <dcterms:created xsi:type="dcterms:W3CDTF">2026-05-14T14:19:42Z</dcterms:created>
  <dcterms:modified xsi:type="dcterms:W3CDTF">2026-05-14T14:27:31Z</dcterms:modified>
</cp:coreProperties>
</file>